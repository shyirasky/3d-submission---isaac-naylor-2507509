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63BB-6442-C952-CDB0-E1830AB5A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FB19A-7965-70BE-2F74-0757E5D8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BA48-6B72-99FA-4A6D-E39F0C77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66C88-97BC-9BD5-F8EA-A8B2F71E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A326F-6278-A9BC-42BD-EFC74720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6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BBD71-C3A1-1F5E-A86C-6E8844A7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D726-63AE-D35B-6577-34004AE8D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36530-13AE-E56C-8BE6-0D845AD4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1D28E-ABA0-B579-6CAF-A05F650B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B1091-9A93-A679-CFFD-C0D9D5B2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79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2AD-3EF8-3801-22AA-456DA84B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568A2-B142-A111-402E-02C597A71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E9FCF-CF8D-1FE4-89B0-9CA4D991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3C653-1124-BE3C-333A-E3F03372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36C8E-7EF7-4444-346F-0EE65B02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47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359B-7FD9-E352-22CA-66BE49F59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D55F9-B64D-D18E-61C0-9CA755211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844EC-C630-90C4-408A-3F87B5291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FD319-8F0E-9FEC-9FF5-1FCBE8EB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65E42-EE09-63DB-4F30-182A1ABA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E8222-3BB5-26FF-1198-7BE111A7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70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EC97-235D-FA3B-44F6-44E59874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20224-91F7-F2EC-A2BA-803FA2362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9C6D9-D545-8772-0BA5-3DA6151DD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0D18-11C8-41BC-D3DE-6AFFFF5D9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E42A5-27EE-500F-1964-2E9356B25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A1476-99E5-5FE8-71A6-B3910BCB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4DF4A-5ED3-7AA2-AE1B-BEA51112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B452B-CF46-EBAD-D030-DEE093D9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64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E35E-92AC-4C23-6AA3-D8B158DC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F3B85-6757-9BB5-05C8-0DBD7EBD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D494D-C124-86E5-7D24-089DA65ED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A49C4-9C8E-27FC-DD31-0875220A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B2C59-7B05-78B7-AFD9-5C114F96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14A63-3BAA-E8F5-5667-C8B4480A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721A0-701E-00CD-4977-D8A445A5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71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A1C0-B05F-6D27-F281-EE56EFD8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D1DF-7316-FA36-4B18-C9619E516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B0C75-21C4-E55A-DC42-F5C2D68D8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CFE6A-7F50-F94A-D825-552AE1B4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339CD-9040-879D-D602-1F1F250C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0B961-A362-AF2C-6CC7-B055A1628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70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BDC3-1347-460B-0E31-42B3B103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593D5-6F10-DD67-64CF-AC43056C0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D41F6-24B7-2823-4B2D-FC2BF2A2A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20C88-4626-32C2-BDE6-C8F59E8B2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92F03-AA35-82EF-AE58-314D05E5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8F0E9-EDEB-6E9C-FA4F-AB7BB9EC4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74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A6FA-04F4-4BDE-ED35-2240B746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1F952-23B7-36F7-8FA7-3EE5173B2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78BB8-C6F3-EB56-F292-27F1F19EF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E6DD0-4DFA-EC28-4805-7AA2FB7E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A3E8D-ED7F-C0C8-1AFE-7832F974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15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3BFB14-C9CA-0947-7404-1D9FB49B5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E2AB7-B783-35BC-DA8C-0BDFF8E75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330BB-D261-133E-EB8B-EF0B0016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ED72C-4D30-F001-31ED-E672A202B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7BA7D-AF3E-4BB3-163A-96A2026F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1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FE5F0-30B1-80BB-F754-B6BAED9C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18C20-963F-FC43-4B8F-43B4519C0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2D67E-8DF4-B95A-AC0A-C5A63F769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3187B-A44E-4DBB-8F2D-BD4437636823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02294-5970-AF30-13B9-458CCE793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21969-B2C7-F0FF-83F1-3ABC74E48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9F443-787E-43DF-B345-E533238F9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70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218DC-A7CB-C0A7-1228-76336F190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100">
                <a:solidFill>
                  <a:schemeClr val="bg1"/>
                </a:solidFill>
              </a:rPr>
              <a:t>Virtual Museum Tour</a:t>
            </a:r>
            <a:br>
              <a:rPr lang="en-US" sz="4100">
                <a:solidFill>
                  <a:schemeClr val="bg1"/>
                </a:solidFill>
              </a:rPr>
            </a:br>
            <a:endParaRPr lang="en-US" sz="4100">
              <a:solidFill>
                <a:schemeClr val="bg1"/>
              </a:solidFill>
            </a:endParaRPr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4A805FA-4548-F88F-CD75-6D4007BA5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2288833"/>
            <a:ext cx="4800600" cy="371157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Small room where you can walk about and interact with recyclable items that fit with the SDG theme of Sustainable Cities and Industries.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Coke cans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Plast Bottles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Toothpaste Tube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Glass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Cardboard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23023-6AAE-3B81-C7D2-5F14DF27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591" y="369913"/>
            <a:ext cx="2765843" cy="2784532"/>
          </a:xfrm>
          <a:prstGeom prst="rect">
            <a:avLst/>
          </a:prstGeom>
        </p:spPr>
      </p:pic>
      <p:sp>
        <p:nvSpPr>
          <p:cNvPr id="1040" name="Rectangle 1039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to recycle in your household wheelie bin">
            <a:extLst>
              <a:ext uri="{FF2B5EF4-FFF2-40B4-BE49-F238E27FC236}">
                <a16:creationId xmlns:a16="http://schemas.microsoft.com/office/drawing/2014/main" id="{D995A76A-7C2C-ECB5-9A7C-D5A028340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8661" y="3924824"/>
            <a:ext cx="3588640" cy="239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52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Virtual Museum Tour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NAYLOR (2507509)</dc:creator>
  <cp:lastModifiedBy>ISAAC NAYLOR (2507509)</cp:lastModifiedBy>
  <cp:revision>1</cp:revision>
  <dcterms:created xsi:type="dcterms:W3CDTF">2026-04-02T15:10:10Z</dcterms:created>
  <dcterms:modified xsi:type="dcterms:W3CDTF">2026-04-02T15:13:32Z</dcterms:modified>
</cp:coreProperties>
</file>